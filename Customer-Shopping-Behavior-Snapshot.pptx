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— Snapshot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of 3,900 transactions to uncover patterns, segments, and product insights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392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259509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40603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712541"/>
            <a:ext cx="1186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Rows: 3,900 ·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17601" y="2259509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64122" y="240603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64122" y="2712541"/>
            <a:ext cx="1186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Behavior, Ratings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9083" y="2259509"/>
            <a:ext cx="1479724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5605" y="2406030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5605" y="2712541"/>
            <a:ext cx="1186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values missing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801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 &amp; Feature Engineering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21941"/>
            <a:ext cx="3932709" cy="2212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5675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719935" y="1241971"/>
            <a:ext cx="3932709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4719935" y="132918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19935" y="1609799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with pandas; df.info() &amp; .describe()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9935" y="1966689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19935" y="2151906"/>
            <a:ext cx="3932709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4719935" y="2239119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Imputation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19935" y="2519735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category median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19935" y="287662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19935" y="3061841"/>
            <a:ext cx="3932709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4719935" y="3149054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19935" y="3429670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age_group, purchase_frequency_days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19935" y="3786560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19935" y="3971776"/>
            <a:ext cx="3932709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4719935" y="4058989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19935" y="4339605"/>
            <a:ext cx="39327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46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40806"/>
            <a:ext cx="3053135" cy="1717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007766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loaded into PostgreSQL for SQL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99892" y="2394049"/>
            <a:ext cx="2305422" cy="1365275"/>
          </a:xfrm>
          <a:prstGeom prst="roundRect">
            <a:avLst>
              <a:gd name="adj" fmla="val 436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0701" y="2554858"/>
            <a:ext cx="19838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Checks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0701" y="2918073"/>
            <a:ext cx="198380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discount_applied vs promo_code_used → dropped promo_code_used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7073" y="2394049"/>
            <a:ext cx="2305496" cy="1365275"/>
          </a:xfrm>
          <a:prstGeom prst="roundRect">
            <a:avLst>
              <a:gd name="adj" fmla="val 4361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7882" y="2554858"/>
            <a:ext cx="19838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7882" y="2918073"/>
            <a:ext cx="198387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queries to answer revenue, product, and segment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041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Highlights (SQL)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16001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7658" y="1816001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By Gender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27658" y="2122512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75,191 · Male: 157,890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32844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658" y="2632844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27658" y="2939355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rows identified — discounts but above-average spend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449687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449687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27658" y="3756199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avg: 58.46 · Express avg: 60.48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68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1862"/>
            <a:ext cx="3902943" cy="219536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2040136"/>
            <a:ext cx="409798" cy="5121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6679" y="2040136"/>
            <a:ext cx="12759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336679" y="2403351"/>
            <a:ext cx="12759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3.86 · Sandals 3.84 · Boots 3.82 · Hat 3.80 · Skirt 3.78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762" y="2040136"/>
            <a:ext cx="409798" cy="5121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6740" y="2040136"/>
            <a:ext cx="127590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76740" y="2624807"/>
            <a:ext cx="127590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50% · Sneakers 49.66% · Coat 49.07% · Sweater 48.17% · Pants 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690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8824"/>
            <a:ext cx="5181377" cy="2914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7270" y="1204987"/>
            <a:ext cx="2635300" cy="847948"/>
          </a:xfrm>
          <a:prstGeom prst="roundRect">
            <a:avLst>
              <a:gd name="adj" fmla="val 680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59326" y="1347043"/>
            <a:ext cx="23511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59326" y="1694557"/>
            <a:ext cx="235118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17270" y="2185913"/>
            <a:ext cx="2635300" cy="847948"/>
          </a:xfrm>
          <a:prstGeom prst="roundRect">
            <a:avLst>
              <a:gd name="adj" fmla="val 680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9326" y="2327970"/>
            <a:ext cx="23511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59326" y="2675483"/>
            <a:ext cx="235118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17270" y="3166839"/>
            <a:ext cx="2635300" cy="847948"/>
          </a:xfrm>
          <a:prstGeom prst="roundRect">
            <a:avLst>
              <a:gd name="adj" fmla="val 680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59326" y="3308896"/>
            <a:ext cx="23511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59326" y="3656409"/>
            <a:ext cx="235118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17270" y="4164434"/>
            <a:ext cx="263530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 (&gt;5 purchases): subscribers — Yes 958 · No 2,518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Groups &amp; Revenue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9268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high-revenue age groups for focused campaigns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978968"/>
            <a:ext cx="3902943" cy="2195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40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 — Key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7186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83469"/>
            <a:ext cx="5177582" cy="27864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24339" y="1466031"/>
            <a:ext cx="70842" cy="70842"/>
          </a:xfrm>
          <a:prstGeom prst="ellipse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6236940" y="1390724"/>
            <a:ext cx="2415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Summary Stats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36940" y="1753939"/>
            <a:ext cx="24156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3.9K customers · Avg purchase $59.76 · Avg rating 3.75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24339" y="2566392"/>
            <a:ext cx="70842" cy="70842"/>
          </a:xfrm>
          <a:prstGeom prst="ellipse">
            <a:avLst/>
          </a:prstGeom>
          <a:solidFill>
            <a:srgbClr val="B88E23"/>
          </a:solidFill>
          <a:ln/>
        </p:spPr>
      </p:sp>
      <p:sp>
        <p:nvSpPr>
          <p:cNvPr id="9" name="Text 6"/>
          <p:cNvSpPr/>
          <p:nvPr/>
        </p:nvSpPr>
        <p:spPr>
          <a:xfrm>
            <a:off x="6236940" y="2491085"/>
            <a:ext cx="2415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36940" y="2854300"/>
            <a:ext cx="24156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 27% · No 73%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24339" y="3439939"/>
            <a:ext cx="70842" cy="70842"/>
          </a:xfrm>
          <a:prstGeom prst="ellipse">
            <a:avLst/>
          </a:prstGeom>
          <a:solidFill>
            <a:srgbClr val="B88E23"/>
          </a:solidFill>
          <a:ln/>
        </p:spPr>
      </p:sp>
      <p:sp>
        <p:nvSpPr>
          <p:cNvPr id="12" name="Text 9"/>
          <p:cNvSpPr/>
          <p:nvPr/>
        </p:nvSpPr>
        <p:spPr>
          <a:xfrm>
            <a:off x="6236940" y="3364632"/>
            <a:ext cx="2415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Categories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36940" y="3727847"/>
            <a:ext cx="24156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(Revenue ~90K, Sales ~1800) · Accessories · Footwear · Outerwear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18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20688"/>
            <a:ext cx="1931566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381497"/>
            <a:ext cx="15337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909465"/>
            <a:ext cx="15337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1220688"/>
            <a:ext cx="1931640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06452" y="1381497"/>
            <a:ext cx="1533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Reward Loyalty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806452" y="1688009"/>
            <a:ext cx="15338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Programs to move repeat buyers into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220688"/>
            <a:ext cx="1931640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9851" y="1381497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879851" y="1909465"/>
            <a:ext cx="15338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discount-driven sales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1220688"/>
            <a:ext cx="1931640" cy="15300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3250" y="1381497"/>
            <a:ext cx="15338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53250" y="1909465"/>
            <a:ext cx="15338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 in campaigns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892475"/>
            <a:ext cx="1931566" cy="17568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3127" y="3053283"/>
            <a:ext cx="15337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33127" y="3581251"/>
            <a:ext cx="15337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2026-07-26T15:08:59Z</dcterms:created>
  <dcterms:modified xsi:type="dcterms:W3CDTF">2026-07-26T15:08:59Z</dcterms:modified>
</cp:coreProperties>
</file>